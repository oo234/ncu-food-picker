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33CEFA-EFCC-B1E4-22EE-72887FC19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F2CA677-6D3F-3C10-FC93-344A2B96C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AACA15-60E0-BE33-98C7-9FA2AA281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9E92E7C-D9E0-B73D-3990-64C2B2B40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AEB31C-2115-5C62-690D-1FBC4C4C1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060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B65CD4-66FB-DFEE-ED0D-283A58063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D3A417-59F0-19F1-6F23-D5E7BD362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BF527D-08C2-A566-E713-D1CC77EC0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068504-0A76-0968-22B7-33BBF4BBC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010E5E7-9BA0-2735-FA7B-EE04CF2AF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07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680759-DA08-AAC9-C3F1-CB8B46D96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2BBA20-5243-165E-BF8A-B39FFDEB3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DE3A92-ED37-71DB-15E9-2733AA591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4FA130-40B1-8BF9-CFFF-255A6D9F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71B012-0AC1-CAC7-3B3D-71100B652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469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202EFB-24F2-BAD1-FF1A-2C897A03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8283B5-0E15-D9C3-93A5-81F4014F6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F52B6EB-BE3A-7069-8D20-A291C3F6E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53745B2-3954-62B4-AEB4-2D46A7BF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B82CC0-77EB-89AD-47FF-F2EEC3F67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1FF62E9-9D80-4E80-B70F-C05942FB1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29987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12EFF0-7DD1-0CB5-9DCC-86432381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6834BDB-7502-5C09-B2B6-A2225E5CB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6F6EFA5-20D7-5957-4206-C3A54DB11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EFF64C-719A-28BE-9FF5-0E01B28B8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ED58AC2-0AAD-374A-B6BA-D2EAB9D63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FA40282-5313-64F5-1F7E-2C4C4C4A3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194A717-6913-E407-A691-CAC6E458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F6A9D30-8567-9D26-0EEC-ED14DE02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35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7CCA95-9722-2591-371D-4E39C7B5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A08395F-FD9E-D624-514F-7F18A1DEA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75A6C23-399D-7FF5-363D-6265926B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494ABE-76C8-8F05-C531-F544E509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455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1748FBF-D233-0F96-5806-C695C41B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2C55A51-24CA-6576-D223-AFD8A030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DE63C3-5735-6526-F0AC-9D089F5BC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2173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DBFE9E-E6E4-7F57-EE8E-9F2BAA5C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D2CD3-0504-870D-C288-64D270044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78CF280-F7DB-4475-42D1-88F58FCF3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81CAB0-76ED-7A9F-A636-490EBD71A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E22D0F-C236-3BFA-855A-57A657F1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B2CE1B2-0DDC-F22F-F453-6325CADE0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55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1A6AF2-0DBA-C75A-931A-8AAE2B27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C5AAA90-E247-F082-C8BF-B028A051C1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E93B455-B16B-6F91-186B-8025AE2858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B64E450-18DD-4A3D-2FF6-AB1B65D57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5400BCB-1685-C18E-64DB-715CF82D2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D44719-D482-67F4-FDF8-03D12CB6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650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5992BE-9484-E27C-CDE2-06DFCAD13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3ADC9A3-DF59-90AF-B290-102D60501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92352D-E4B7-DDB6-4CB3-FBA59D5A9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35A8AB-9DE3-B1F3-4926-55062CF28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70864D3-262B-A3A1-42C4-CD2AB0A71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5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3D06528-7B89-F0FA-A6ED-D13DDE98BD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F9E550D-0482-CDEA-A01E-702311EA38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9B81AB-33AC-3E47-7749-43C121F7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1B6EA8-612C-F309-42F4-3A29A2B6A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1E15D1-2932-80A1-CFE6-A8A0CA6D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083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36601A1-7D06-E94D-73B8-E5844E78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ABA368-77A8-F151-9DEB-631451501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193CAC-3074-BFB1-5A4E-0C0C3F8D82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F29FD-9378-4D4A-ACE8-F6D5BA08475B}" type="datetimeFigureOut">
              <a:rPr lang="zh-TW" altLang="en-US" smtClean="0"/>
              <a:t>2026/8/4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1992BEC-1112-B605-E926-C7443AAD9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DC0ABC-B3D8-8F37-6357-15BE31A779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B2E6-9B97-473F-9C76-1BFC1E9001F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64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" Type="http://schemas.openxmlformats.org/officeDocument/2006/relationships/image" Target="../media/image1.jpg"/><Relationship Id="rId16" Type="http://schemas.openxmlformats.org/officeDocument/2006/relationships/image" Target="../media/image15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5" Type="http://schemas.openxmlformats.org/officeDocument/2006/relationships/image" Target="../media/image4.jpg"/><Relationship Id="rId15" Type="http://schemas.openxmlformats.org/officeDocument/2006/relationships/image" Target="../media/image1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橢圓 4">
            <a:extLst>
              <a:ext uri="{FF2B5EF4-FFF2-40B4-BE49-F238E27FC236}">
                <a16:creationId xmlns:a16="http://schemas.microsoft.com/office/drawing/2014/main" id="{B0338039-A07B-497D-AF9E-A03AC4591AD8}"/>
              </a:ext>
            </a:extLst>
          </p:cNvPr>
          <p:cNvSpPr/>
          <p:nvPr/>
        </p:nvSpPr>
        <p:spPr>
          <a:xfrm>
            <a:off x="8269969" y="368413"/>
            <a:ext cx="1741714" cy="1741714"/>
          </a:xfrm>
          <a:prstGeom prst="ellipse">
            <a:avLst/>
          </a:prstGeom>
          <a:blipFill dpi="0" rotWithShape="1">
            <a:blip r:embed="rId2"/>
            <a:srcRect/>
            <a:stretch>
              <a:fillRect l="-8000" t="-14000" r="-4000" b="-8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5254F37F-D296-8FC0-B944-E8EC07727102}"/>
              </a:ext>
            </a:extLst>
          </p:cNvPr>
          <p:cNvSpPr/>
          <p:nvPr/>
        </p:nvSpPr>
        <p:spPr>
          <a:xfrm>
            <a:off x="4178755" y="2330450"/>
            <a:ext cx="1741714" cy="1741714"/>
          </a:xfrm>
          <a:prstGeom prst="ellipse">
            <a:avLst/>
          </a:prstGeom>
          <a:blipFill dpi="0" rotWithShape="0">
            <a:blip r:embed="rId3">
              <a:alphaModFix amt="98000"/>
            </a:blip>
            <a:srcRect/>
            <a:tile tx="50800" ty="127000" sx="40000" sy="4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ABACEDF9-A5E5-145B-2758-CEBF959D0F79}"/>
              </a:ext>
            </a:extLst>
          </p:cNvPr>
          <p:cNvSpPr/>
          <p:nvPr/>
        </p:nvSpPr>
        <p:spPr>
          <a:xfrm>
            <a:off x="4366532" y="73933"/>
            <a:ext cx="1741714" cy="1741714"/>
          </a:xfrm>
          <a:prstGeom prst="ellipse">
            <a:avLst/>
          </a:prstGeom>
          <a:blipFill dpi="0" rotWithShape="0">
            <a:blip r:embed="rId4"/>
            <a:srcRect/>
            <a:tile tx="-38100" ty="57150" sx="37000" sy="37000" flip="xy" algn="ctr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95B8E33B-A08D-1AE7-D63C-07F65DF6FF67}"/>
              </a:ext>
            </a:extLst>
          </p:cNvPr>
          <p:cNvSpPr/>
          <p:nvPr/>
        </p:nvSpPr>
        <p:spPr>
          <a:xfrm>
            <a:off x="2180317" y="100238"/>
            <a:ext cx="1741714" cy="1741714"/>
          </a:xfrm>
          <a:prstGeom prst="ellipse">
            <a:avLst/>
          </a:prstGeom>
          <a:blipFill dpi="0" rotWithShape="0">
            <a:blip r:embed="rId5"/>
            <a:srcRect/>
            <a:tile tx="0" ty="0" sx="41000" sy="41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547C26BE-ADD5-EAF1-39C3-A36C965502A1}"/>
              </a:ext>
            </a:extLst>
          </p:cNvPr>
          <p:cNvSpPr/>
          <p:nvPr/>
        </p:nvSpPr>
        <p:spPr>
          <a:xfrm>
            <a:off x="344715" y="256267"/>
            <a:ext cx="1429657" cy="1429657"/>
          </a:xfrm>
          <a:prstGeom prst="ellipse">
            <a:avLst/>
          </a:prstGeom>
          <a:blipFill dpi="0" rotWithShape="0">
            <a:blip r:embed="rId6">
              <a:alphaModFix amt="98000"/>
            </a:blip>
            <a:srcRect/>
            <a:tile tx="101600" ty="8890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E15E2754-0630-2371-4D40-5CF041B5C252}"/>
              </a:ext>
            </a:extLst>
          </p:cNvPr>
          <p:cNvSpPr/>
          <p:nvPr/>
        </p:nvSpPr>
        <p:spPr>
          <a:xfrm>
            <a:off x="2187573" y="4586970"/>
            <a:ext cx="1741714" cy="1741714"/>
          </a:xfrm>
          <a:prstGeom prst="ellipse">
            <a:avLst/>
          </a:prstGeom>
          <a:blipFill dpi="0" rotWithShape="0">
            <a:blip r:embed="rId7"/>
            <a:srcRect/>
            <a:stretch>
              <a:fillRect l="5000" t="30000" r="5000" b="3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B8F2313F-F53C-F83C-3D94-832A270BB92E}"/>
              </a:ext>
            </a:extLst>
          </p:cNvPr>
          <p:cNvSpPr/>
          <p:nvPr/>
        </p:nvSpPr>
        <p:spPr>
          <a:xfrm>
            <a:off x="6275614" y="2399393"/>
            <a:ext cx="1741714" cy="1741714"/>
          </a:xfrm>
          <a:prstGeom prst="ellipse">
            <a:avLst/>
          </a:prstGeom>
          <a:blipFill dpi="0" rotWithShape="0">
            <a:blip r:embed="rId8"/>
            <a:srcRect/>
            <a:stretch>
              <a:fillRect l="3000" t="20000" r="3000" b="2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D06A5C26-D8D9-EB85-0532-4EE3C97EAB92}"/>
              </a:ext>
            </a:extLst>
          </p:cNvPr>
          <p:cNvSpPr/>
          <p:nvPr/>
        </p:nvSpPr>
        <p:spPr>
          <a:xfrm>
            <a:off x="4103914" y="4682220"/>
            <a:ext cx="1741714" cy="1741714"/>
          </a:xfrm>
          <a:prstGeom prst="ellipse">
            <a:avLst/>
          </a:prstGeom>
          <a:blipFill dpi="0" rotWithShape="0">
            <a:blip r:embed="rId9"/>
            <a:srcRect/>
            <a:stretch>
              <a:fillRect l="-10000" t="15000" r="-10000" b="15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34FB8225-EF95-26D2-B9D6-72DCDC7914CC}"/>
              </a:ext>
            </a:extLst>
          </p:cNvPr>
          <p:cNvSpPr/>
          <p:nvPr/>
        </p:nvSpPr>
        <p:spPr>
          <a:xfrm>
            <a:off x="6275614" y="4586970"/>
            <a:ext cx="1741714" cy="1741714"/>
          </a:xfrm>
          <a:prstGeom prst="ellipse">
            <a:avLst/>
          </a:prstGeom>
          <a:blipFill dpi="0" rotWithShape="0">
            <a:blip r:embed="rId10"/>
            <a:srcRect/>
            <a:stretch>
              <a:fillRect l="5000" t="25000" r="5000" b="25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2D6D16DB-DC60-753D-3E33-E94CD8E809E1}"/>
              </a:ext>
            </a:extLst>
          </p:cNvPr>
          <p:cNvSpPr/>
          <p:nvPr/>
        </p:nvSpPr>
        <p:spPr>
          <a:xfrm>
            <a:off x="188686" y="4586970"/>
            <a:ext cx="1741714" cy="1741714"/>
          </a:xfrm>
          <a:prstGeom prst="ellipse">
            <a:avLst/>
          </a:prstGeom>
          <a:blipFill dpi="0" rotWithShape="0">
            <a:blip r:embed="rId11"/>
            <a:srcRect/>
            <a:stretch>
              <a:fillRect l="-1000" t="20000" r="-7000" b="2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F927C9FA-1D56-916B-0038-10609722FE52}"/>
              </a:ext>
            </a:extLst>
          </p:cNvPr>
          <p:cNvSpPr/>
          <p:nvPr/>
        </p:nvSpPr>
        <p:spPr>
          <a:xfrm>
            <a:off x="152852" y="2265590"/>
            <a:ext cx="1741714" cy="1741714"/>
          </a:xfrm>
          <a:prstGeom prst="ellipse">
            <a:avLst/>
          </a:prstGeom>
          <a:blipFill dpi="0" rotWithShape="0">
            <a:blip r:embed="rId12"/>
            <a:srcRect/>
            <a:stretch>
              <a:fillRect l="5000" t="5000" r="5000" b="5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2DE74B1C-8557-5F06-9FCB-6A9556C0A8CC}"/>
              </a:ext>
            </a:extLst>
          </p:cNvPr>
          <p:cNvSpPr/>
          <p:nvPr/>
        </p:nvSpPr>
        <p:spPr>
          <a:xfrm>
            <a:off x="2147207" y="2242911"/>
            <a:ext cx="1741714" cy="1741714"/>
          </a:xfrm>
          <a:prstGeom prst="ellipse">
            <a:avLst/>
          </a:prstGeom>
          <a:blipFill dpi="0" rotWithShape="0">
            <a:blip r:embed="rId13">
              <a:alphaModFix amt="98000"/>
            </a:blip>
            <a:srcRect/>
            <a:stretch>
              <a:fillRect l="15000" t="5000" r="15000" b="5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05655184-76F9-614B-13BC-29AA1AE2B8BF}"/>
              </a:ext>
            </a:extLst>
          </p:cNvPr>
          <p:cNvSpPr/>
          <p:nvPr/>
        </p:nvSpPr>
        <p:spPr>
          <a:xfrm>
            <a:off x="10135962" y="2265590"/>
            <a:ext cx="1741714" cy="1741714"/>
          </a:xfrm>
          <a:prstGeom prst="ellipse">
            <a:avLst/>
          </a:prstGeom>
          <a:blipFill dpi="0" rotWithShape="0">
            <a:blip r:embed="rId14"/>
            <a:srcRect/>
            <a:stretch>
              <a:fillRect t="11000" b="1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E7E6FD95-8665-BDF5-2A7E-5FFFB225557C}"/>
              </a:ext>
            </a:extLst>
          </p:cNvPr>
          <p:cNvSpPr/>
          <p:nvPr/>
        </p:nvSpPr>
        <p:spPr>
          <a:xfrm>
            <a:off x="10242552" y="365806"/>
            <a:ext cx="1741714" cy="1741714"/>
          </a:xfrm>
          <a:prstGeom prst="ellipse">
            <a:avLst/>
          </a:prstGeom>
          <a:blipFill dpi="0" rotWithShape="0">
            <a:blip r:embed="rId15"/>
            <a:srcRect/>
            <a:stretch>
              <a:fillRect t="20000" b="2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CA55CD11-9855-CABB-0EAA-139FF8799454}"/>
              </a:ext>
            </a:extLst>
          </p:cNvPr>
          <p:cNvSpPr/>
          <p:nvPr/>
        </p:nvSpPr>
        <p:spPr>
          <a:xfrm>
            <a:off x="6297386" y="365806"/>
            <a:ext cx="1741714" cy="1741714"/>
          </a:xfrm>
          <a:prstGeom prst="ellipse">
            <a:avLst/>
          </a:prstGeom>
          <a:blipFill dpi="0" rotWithShape="0">
            <a:blip r:embed="rId16"/>
            <a:srcRect/>
            <a:stretch>
              <a:fillRect t="20000" b="20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07EE420-20DA-DBF6-1851-D624FD064650}"/>
              </a:ext>
            </a:extLst>
          </p:cNvPr>
          <p:cNvSpPr/>
          <p:nvPr/>
        </p:nvSpPr>
        <p:spPr>
          <a:xfrm>
            <a:off x="8269969" y="2399393"/>
            <a:ext cx="1741714" cy="1741714"/>
          </a:xfrm>
          <a:prstGeom prst="ellipse">
            <a:avLst/>
          </a:prstGeom>
          <a:blipFill dpi="0" rotWithShape="1">
            <a:blip r:embed="rId17"/>
            <a:srcRect/>
            <a:stretch>
              <a:fillRect l="-14000" t="-9000" r="-2000" b="1000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510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昕周 林</dc:creator>
  <cp:lastModifiedBy>昕周 林</cp:lastModifiedBy>
  <cp:revision>1</cp:revision>
  <dcterms:created xsi:type="dcterms:W3CDTF">2026-08-03T16:09:44Z</dcterms:created>
  <dcterms:modified xsi:type="dcterms:W3CDTF">2026-08-04T06:40:44Z</dcterms:modified>
</cp:coreProperties>
</file>